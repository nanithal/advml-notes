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SVRG（Stochastic Variance Reduced Gradient）算法讲解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主题：随机方差缩减梯度方法</a:t>
            </a:r>
          </a:p>
          <a:p>
            <a:pPr>
              <a:defRPr sz="1800"/>
            </a:pPr>
            <a:r>
              <a:t>包含算法思想、数学推导、收敛性证明框架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1. 背景：为什么需要SVRG？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目标优化问题：</a:t>
            </a:r>
          </a:p>
          <a:p>
            <a:pPr>
              <a:defRPr sz="1800"/>
            </a:pPr>
            <a:r>
              <a:t>min_x f(x)=1/n Σᵢ fᵢ(x)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普通SGD更新：</a:t>
            </a:r>
          </a:p>
          <a:p>
            <a:pPr>
              <a:defRPr sz="1800"/>
            </a:pPr>
            <a:r>
              <a:t>x_{t+1}=x_t-η∇f_i(x_t)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问题：随机梯度方差大，导致收敛慢。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2. SVRG核心思想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周期性计算全梯度 μ=∇f(xtilde)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利用当前点x和参考点xtilde构造无偏低方差估计：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v=∇f_i(x)-∇f_i(xtilde)+μ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更新：x←x-ηv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3. 为什么SVRG梯度估计是无偏的？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证明：</a:t>
            </a:r>
          </a:p>
          <a:p>
            <a:pPr>
              <a:defRPr sz="1800"/>
            </a:pPr>
            <a:r>
              <a:t>E_i[v]</a:t>
            </a:r>
          </a:p>
          <a:p>
            <a:pPr>
              <a:defRPr sz="1800"/>
            </a:pPr>
            <a:r>
              <a:t>=E_i[∇f_i(x)]-E_i[∇f_i(xtilde)]+μ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=∇f(x)-∇f(xtilde)+∇f(xtilde)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=∇f(x)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因此v是无偏梯度估计。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4. 方差缩减证明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考虑：v-∇f(x)</a:t>
            </a:r>
          </a:p>
          <a:p>
            <a:pPr>
              <a:defRPr sz="1800"/>
            </a:pPr>
            <a:r>
              <a:t>=∇f_i(x)-∇f_i(xtilde)-[∇f(x)-∇f(xtilde)]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利用方差界：</a:t>
            </a:r>
          </a:p>
          <a:p>
            <a:pPr>
              <a:defRPr sz="1800"/>
            </a:pPr>
            <a:r>
              <a:t>E||v-∇f(x)||²</a:t>
            </a:r>
          </a:p>
          <a:p>
            <a:pPr>
              <a:defRPr sz="1800"/>
            </a:pPr>
            <a:r>
              <a:t>≤ E||∇f_i(x)-∇f_i(xtilde)||²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5. 光滑凸函数的重要不等式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若f_i满足L-smooth：</a:t>
            </a:r>
          </a:p>
          <a:p>
            <a:pPr>
              <a:defRPr sz="1800"/>
            </a:pPr>
            <a:r>
              <a:t>||∇f_i(x)-∇f_i(y)||²</a:t>
            </a:r>
          </a:p>
          <a:p>
            <a:pPr>
              <a:defRPr sz="1800"/>
            </a:pPr>
            <a:r>
              <a:t>≤2L(f_i(x)-f_i(y)-&lt;∇f_i(y),x-y&gt;)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该性质用于控制梯度方差。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6. SVRG算法流程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输入：初始点x0，学习率η，epoch数量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每个epoch：</a:t>
            </a:r>
          </a:p>
          <a:p>
            <a:pPr>
              <a:defRPr sz="1800"/>
            </a:pPr>
            <a:r>
              <a:t>1. 设置参考点xtilde</a:t>
            </a:r>
          </a:p>
          <a:p>
            <a:pPr>
              <a:defRPr sz="1800"/>
            </a:pPr>
            <a:r>
              <a:t>2. 计算全梯度μ</a:t>
            </a:r>
          </a:p>
          <a:p>
            <a:pPr>
              <a:defRPr sz="1800"/>
            </a:pPr>
            <a:r>
              <a:t>3. 进行m次随机更新</a:t>
            </a:r>
          </a:p>
          <a:p>
            <a:pPr>
              <a:defRPr sz="1800"/>
            </a:pPr>
            <a:r>
              <a:t>4. 得到新的xtilde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7. 收敛性证明目标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证明线性收敛：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E[f(x_k)-f(x*)]≤ρ^k(f(x_0)-f(x*))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其中ρ&lt;1。</a:t>
            </a:r>
          </a:p>
          <a:p>
            <a:pPr>
              <a:defRPr sz="1800"/>
            </a:pPr>
            <a:r>
              <a:t>关键：证明每个epoch都有固定比例下降。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8. 函数值下降推导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更新：x+=x-ηv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由L-smooth：</a:t>
            </a:r>
          </a:p>
          <a:p>
            <a:pPr>
              <a:defRPr sz="1800"/>
            </a:pPr>
            <a:r>
              <a:t>E[f(x+)]≤f(x)-η||∇f(x)||²/2 + Lη²/2 E||v||²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需要利用方差界替换E||v||²。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9. 强凸条件下的证明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若f满足μ-strongly convex：</a:t>
            </a:r>
          </a:p>
          <a:p>
            <a:pPr>
              <a:defRPr sz="1800"/>
            </a:pPr>
            <a:r>
              <a:t>||∇f(x)||²≥2μ(f(x)-f*)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结合方差界得到：</a:t>
            </a:r>
          </a:p>
          <a:p>
            <a:pPr>
              <a:defRPr sz="1800"/>
            </a:pPr>
            <a:r>
              <a:t>E[f(x+)-f*]≤ρ(f(x)-f*)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10. SVRG复杂度分析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每个epoch：</a:t>
            </a:r>
          </a:p>
          <a:p>
            <a:pPr>
              <a:defRPr sz="1800"/>
            </a:pPr>
            <a:r>
              <a:t>计算全梯度：O(n)</a:t>
            </a:r>
          </a:p>
          <a:p>
            <a:pPr>
              <a:defRPr sz="1800"/>
            </a:pPr>
            <a:r>
              <a:t>随机更新：O(m)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总复杂度：</a:t>
            </a:r>
          </a:p>
          <a:p>
            <a:pPr>
              <a:defRPr sz="1800"/>
            </a:pPr>
            <a:r>
              <a:t>O((n+m)log(1/ε))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优于SGD的高方差情况。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11. SVRG与其他方法比较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SGD：简单，但方差大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Batch GD：稳定，但每次成本高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SVRG：兼顾低方差和低计算成本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12. 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SVRG关键贡献：</a:t>
            </a:r>
          </a:p>
          <a:p>
            <a:pPr>
              <a:defRPr sz="1800"/>
            </a:pPr>
            <a:r>
              <a:t>1. 引入参考点降低方差</a:t>
            </a:r>
          </a:p>
          <a:p>
            <a:pPr>
              <a:defRPr sz="1800"/>
            </a:pPr>
            <a:r>
              <a:t>2. 保持随机梯度计算效率</a:t>
            </a:r>
          </a:p>
          <a:p>
            <a:pPr>
              <a:defRPr sz="1800"/>
            </a:pPr>
            <a:r>
              <a:t>3. 在强凸情况下达到线性收敛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核心公式：</a:t>
            </a:r>
          </a:p>
          <a:p>
            <a:pPr>
              <a:defRPr sz="1800"/>
            </a:pPr>
            <a:r>
              <a:t>v=∇f_i(x)-∇f_i(xtilde)+∇f(xtilde)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